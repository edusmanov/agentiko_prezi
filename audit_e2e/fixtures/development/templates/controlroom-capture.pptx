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500">
                <a:solidFill>
                  <a:srgbClr val="2868A0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365760" y="1325880"/>
            <a:ext cx="109728" cy="384048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7772400" cy="74980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sz="2700">
                <a:solidFill>
                  <a:srgbClr val="2868A0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500">
                <a:solidFill>
                  <a:srgbClr val="2868A0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5486400" cy="74980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2600">
                <a:solidFill>
                  <a:srgbClr val="2868A0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7" Type="http://schemas.openxmlformats.org/officeDocument/2006/relationships/slideLayout" Target="../slideLayouts/slideLayout7.xml"/><Relationship Id="rId9" Type="http://schemas.openxmlformats.org/officeDocument/2006/relationships/slideLayout" Target="../slideLayouts/slideLayout9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1"/>
          <p:cNvSpPr/>
          <p:nvPr/>
        </p:nvSpPr>
        <p:spPr>
          <a:xfrm>
            <a:off x="73152" y="0"/>
            <a:ext cx="91440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1"/>
          <p:cNvSpPr/>
          <p:nvPr/>
        </p:nvSpPr>
        <p:spPr>
          <a:xfrm>
            <a:off x="603503" y="6665976"/>
            <a:ext cx="11588192" cy="6400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5" r:id="rId7"/>
    <p:sldLayoutId id="2147483657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344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868A0"/>
                </a:solidFill>
                <a:latin typeface="Aptos"/>
              </a:defRPr>
            </a:pPr>
            <a:r>
              <a:t>SAMPLE ONLY • NOT SOURCE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64208" y="1508760"/>
            <a:ext cx="8860536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28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63A4C"/>
                </a:solidFill>
                <a:latin typeface="Aptos"/>
              </a:defRPr>
            </a:pPr>
            <a:r>
              <a:t>SAMPLE SCREENSHOT VIEWPORT</a:t>
            </a:r>
          </a:p>
          <a:p>
            <a:r>
              <a:t>16:9 CONTENT AREA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Owned synthetic fixture: dev-screenshot-landscape</dc:title>
  <dc:subject>Sample-only presentation layout; no external source material</dc:subject>
  <dc:creator/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