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  <p:sldMasterId id="2147483649" r:id="rId8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Master" Target="slideMasters/slideMaster2.xml"/><Relationship Id="rId9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366A8B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365760" y="1325880"/>
            <a:ext cx="109728" cy="3840480"/>
          </a:xfrm>
          <a:prstGeom prst="rect">
            <a:avLst/>
          </a:prstGeom>
          <a:solidFill>
            <a:srgbClr val="366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7772400" cy="74980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2700">
                <a:solidFill>
                  <a:srgbClr val="366A8B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366A8B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>
            <a:lvl1pPr>
              <a:defRPr/>
            </a:lvl1pPr>
          </a:lstStyle>
          <a:p>
            <a:pPr>
              <a:defRPr sz="2500">
                <a:solidFill>
                  <a:srgbClr val="366A8B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1"/>
          <p:cNvSpPr/>
          <p:nvPr/>
        </p:nvSpPr>
        <p:spPr>
          <a:xfrm>
            <a:off x="512064" y="1508760"/>
            <a:ext cx="109728" cy="3657600"/>
          </a:xfrm>
          <a:prstGeom prst="rect">
            <a:avLst/>
          </a:prstGeom>
          <a:solidFill>
            <a:srgbClr val="366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5486400" cy="74980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600">
                <a:solidFill>
                  <a:srgbClr val="366A8B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366A8B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365760" y="1325880"/>
            <a:ext cx="109728" cy="3840480"/>
          </a:xfrm>
          <a:prstGeom prst="rect">
            <a:avLst/>
          </a:prstGeom>
          <a:solidFill>
            <a:srgbClr val="366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7772400" cy="74980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2700">
                <a:solidFill>
                  <a:srgbClr val="366A8B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366A8B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>
            <a:lvl1pPr>
              <a:defRPr/>
            </a:lvl1pPr>
          </a:lstStyle>
          <a:p>
            <a:pPr>
              <a:defRPr sz="2500">
                <a:solidFill>
                  <a:srgbClr val="366A8B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1"/>
          <p:cNvSpPr/>
          <p:nvPr/>
        </p:nvSpPr>
        <p:spPr>
          <a:xfrm>
            <a:off x="512064" y="1508760"/>
            <a:ext cx="109728" cy="3657600"/>
          </a:xfrm>
          <a:prstGeom prst="rect">
            <a:avLst/>
          </a:prstGeom>
          <a:solidFill>
            <a:srgbClr val="366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5486400" cy="74980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600">
                <a:solidFill>
                  <a:srgbClr val="366A8B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366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1"/>
          <p:cNvSpPr/>
          <p:nvPr/>
        </p:nvSpPr>
        <p:spPr>
          <a:xfrm>
            <a:off x="73152" y="0"/>
            <a:ext cx="91440" cy="68580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1"/>
          <p:cNvSpPr/>
          <p:nvPr/>
        </p:nvSpPr>
        <p:spPr>
          <a:xfrm>
            <a:off x="603503" y="6665976"/>
            <a:ext cx="11588192" cy="64008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1"/>
          <p:cNvSpPr/>
          <p:nvPr/>
        </p:nvSpPr>
        <p:spPr>
          <a:xfrm>
            <a:off x="0" y="146304"/>
            <a:ext cx="12191695" cy="73152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7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478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1"/>
          <p:cNvSpPr/>
          <p:nvPr/>
        </p:nvSpPr>
        <p:spPr>
          <a:xfrm>
            <a:off x="73152" y="0"/>
            <a:ext cx="91440" cy="68580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1"/>
          <p:cNvSpPr/>
          <p:nvPr/>
        </p:nvSpPr>
        <p:spPr>
          <a:xfrm>
            <a:off x="603503" y="6665976"/>
            <a:ext cx="11588192" cy="64008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1"/>
          <p:cNvSpPr/>
          <p:nvPr/>
        </p:nvSpPr>
        <p:spPr>
          <a:xfrm>
            <a:off x="0" y="146304"/>
            <a:ext cx="12191695" cy="73152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7"/>
    <p:sldLayoutId id="2147483664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344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66A8B"/>
                </a:solidFill>
                <a:latin typeface="Aptos"/>
              </a:defRPr>
            </a:pPr>
            <a:r>
              <a:t>SAMPLE ONLY • NOT SOURCE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366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63A4C"/>
                </a:solidFill>
                <a:latin typeface="Aptos"/>
              </a:defRPr>
            </a:pPr>
            <a:r>
              <a:t>SAMPLE SHORE TEAM REGION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82880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366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63A4C"/>
                </a:solidFill>
                <a:latin typeface="Aptos"/>
              </a:defRPr>
            </a:pPr>
            <a:r>
              <a:t>SAMPLE WATER TEAM REGION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SAMPLE SECOND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66A8B"/>
                </a:solidFill>
                <a:latin typeface="Aptos"/>
              </a:defRPr>
            </a:pPr>
            <a:r>
              <a:t>SAMPLE TEAM LAYOUT • NOT SOURCE 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Owned synthetic fixture: dev-multiple-masters</dc:title>
  <dc:subject>Sample-only presentation layout; no external source material</dc:subject>
  <dc:creator/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