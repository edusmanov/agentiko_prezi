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49224" y="2130425"/>
            <a:ext cx="3383280" cy="4389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9224" y="3886200"/>
            <a:ext cx="3383280" cy="4389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9224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F8F5E8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02920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365760" y="1325880"/>
            <a:ext cx="109728" cy="3840480"/>
          </a:xfrm>
          <a:prstGeom prst="rect">
            <a:avLst/>
          </a:prstGeom>
          <a:solidFill>
            <a:srgbClr val="E8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/>
          <a:lstStyle/>
          <a:p>
            <a:pPr>
              <a:defRPr sz="2500">
                <a:solidFill>
                  <a:srgbClr val="F8F5E8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2376" y="1600200"/>
            <a:ext cx="3383280" cy="4389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22376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576072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1480" y="320040"/>
            <a:ext cx="4023360" cy="74980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 sz="2600">
                <a:solidFill>
                  <a:srgbClr val="F8F5E8"/>
                </a:solidFill>
                <a:latin typeface="Aptos Display"/>
              </a:defRPr>
            </a:pPr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95528" y="612775"/>
            <a:ext cx="3383280" cy="438912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5528" y="5367338"/>
            <a:ext cx="3383280" cy="43891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95528" y="0"/>
            <a:ext cx="3383280" cy="438912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4" Type="http://schemas.openxmlformats.org/officeDocument/2006/relationships/slideLayout" Target="../slideLayouts/slideLayout4.xml"/><Relationship Id="rId7" Type="http://schemas.openxmlformats.org/officeDocument/2006/relationships/slideLayout" Target="../slideLayouts/slideLayout7.xml"/><Relationship Id="rId9" Type="http://schemas.openxmlformats.org/officeDocument/2006/relationships/slideLayout" Target="../slideLayouts/slideLayout9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B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E8A6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1"/>
          <p:cNvSpPr/>
          <p:nvPr/>
        </p:nvSpPr>
        <p:spPr>
          <a:xfrm>
            <a:off x="73152" y="0"/>
            <a:ext cx="91440" cy="6858000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1"/>
          <p:cNvSpPr/>
          <p:nvPr/>
        </p:nvSpPr>
        <p:spPr>
          <a:xfrm>
            <a:off x="603503" y="6665976"/>
            <a:ext cx="11588192" cy="64008"/>
          </a:xfrm>
          <a:prstGeom prst="rect">
            <a:avLst/>
          </a:prstGeom>
          <a:solidFill>
            <a:srgbClr val="172B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4"/>
    <p:sldLayoutId id="2147483655" r:id="rId7"/>
    <p:sldLayoutId id="2147483657" r:id="rId9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23444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E8A64A"/>
                </a:solidFill>
                <a:latin typeface="Aptos"/>
              </a:defRPr>
            </a:pPr>
            <a:r>
              <a:t>SAMPLE ONLY • NOT SOURCE DATA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2834640" cy="4297680"/>
          </a:xfrm>
          <a:prstGeom prst="roundRect">
            <a:avLst/>
          </a:prstGeom>
          <a:solidFill>
            <a:srgbClr val="243E59"/>
          </a:solidFill>
          <a:ln>
            <a:solidFill>
              <a:srgbClr val="E8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5E8"/>
                </a:solidFill>
                <a:latin typeface="Aptos"/>
              </a:defRPr>
            </a:pPr>
            <a:r>
              <a:t>SAMPLE</a:t>
            </a:r>
          </a:p>
          <a:p>
            <a:r>
              <a:t>NARROW SIDEBAR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11880" y="1828800"/>
            <a:ext cx="8076895" cy="4297680"/>
          </a:xfrm>
          <a:prstGeom prst="roundRect">
            <a:avLst/>
          </a:prstGeom>
          <a:solidFill>
            <a:srgbClr val="203852"/>
          </a:solidFill>
          <a:ln>
            <a:solidFill>
              <a:srgbClr val="E8A6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8F5E8"/>
                </a:solidFill>
                <a:latin typeface="Aptos"/>
              </a:defRPr>
            </a:pPr>
            <a:r>
              <a:t>SAMPLE</a:t>
            </a:r>
          </a:p>
          <a:p>
            <a:r>
              <a:t>MAIN TEXT REGION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2400" b="1">
                <a:solidFill>
                  <a:srgbClr val="FFF8E8"/>
                </a:solidFill>
                <a:latin typeface="Aptos"/>
              </a:defRPr>
            </a:pPr>
            <a:r>
              <a:t>SAMPLE TEMPLATE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1700" b="0">
                <a:solidFill>
                  <a:srgbClr val="FFF8E8"/>
                </a:solidFill>
                <a:latin typeface="Aptos"/>
              </a:defRPr>
            </a:pPr>
            <a:r>
              <a:t>SAMPLE ONLY • DO NOT USE AS SOURCE FACTS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Owned synthetic fixture: dev-long-title-paragraphs</dc:title>
  <dc:subject>Sample-only presentation layout; no external source material</dc:subject>
  <dc:creator/>
  <cp:keywords/>
  <dc:description>generated using python-pptx</dc:description>
  <cp:lastModifiedBy>Steve Canny</cp:lastModifiedBy>
  <cp:revision>1</cp:revision>
  <dcterms:created xsi:type="dcterms:W3CDTF">2020-01-01T00:00:00Z</dcterms:created>
  <dcterms:modified xsi:type="dcterms:W3CDTF">2020-01-01T00:00:00Z</dcterms:modified>
  <cp:category/>
</cp:coreProperties>
</file>