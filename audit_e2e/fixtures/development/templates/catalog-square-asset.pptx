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A8743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A8743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9144000" cy="73152"/>
          </a:xfrm>
          <a:prstGeom prst="rect">
            <a:avLst/>
          </a:prstGeom>
          <a:solidFill>
            <a:srgbClr val="A8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B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8540497" cy="64008"/>
          </a:xfrm>
          <a:prstGeom prst="rect">
            <a:avLst/>
          </a:prstGeom>
          <a:solidFill>
            <a:srgbClr val="FB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9144000" cy="73152"/>
          </a:xfrm>
          <a:prstGeom prst="rect">
            <a:avLst/>
          </a:prstGeom>
          <a:solidFill>
            <a:srgbClr val="FB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FB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7432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4389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A87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3A4C"/>
                </a:solidFill>
                <a:latin typeface="Aptos"/>
              </a:defRPr>
            </a:pPr>
            <a:r>
              <a:t>SQUARE MEDIA AREA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57800" y="1828800"/>
            <a:ext cx="3246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A87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63A4C"/>
                </a:solidFill>
                <a:latin typeface="Aptos"/>
              </a:defRPr>
            </a:pPr>
            <a:r>
              <a:t>SAMPLE</a:t>
            </a:r>
          </a:p>
          <a:p>
            <a:r>
              <a:t>CAPTION</a:t>
            </a:r>
          </a:p>
          <a:p>
            <a:r>
              <a:t>SOURCE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213247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213247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dev-screenshot-square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