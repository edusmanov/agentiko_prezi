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500">
                <a:solidFill>
                  <a:srgbClr val="C25A37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7772400" cy="74980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sz="2700">
                <a:solidFill>
                  <a:srgbClr val="C25A37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500">
                <a:solidFill>
                  <a:srgbClr val="C25A37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>
            <a:lvl1pPr>
              <a:defRPr/>
            </a:lvl1pPr>
          </a:lstStyle>
          <a:p>
            <a:pPr>
              <a:defRPr sz="2500">
                <a:solidFill>
                  <a:srgbClr val="C25A37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5486400" cy="74980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2600">
                <a:solidFill>
                  <a:srgbClr val="C25A37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9" Type="http://schemas.openxmlformats.org/officeDocument/2006/relationships/slideLayout" Target="../slideLayouts/slideLayout9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0" y="36576"/>
            <a:ext cx="9144000" cy="73152"/>
          </a:xfrm>
          <a:prstGeom prst="rect">
            <a:avLst/>
          </a:prstGeom>
          <a:solidFill>
            <a:srgbClr val="C2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1"/>
          <p:cNvSpPr/>
          <p:nvPr/>
        </p:nvSpPr>
        <p:spPr>
          <a:xfrm>
            <a:off x="73152" y="0"/>
            <a:ext cx="91440" cy="6858000"/>
          </a:xfrm>
          <a:prstGeom prst="rect">
            <a:avLst/>
          </a:prstGeom>
          <a:solidFill>
            <a:srgbClr val="FF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1"/>
          <p:cNvSpPr/>
          <p:nvPr/>
        </p:nvSpPr>
        <p:spPr>
          <a:xfrm>
            <a:off x="603503" y="6665976"/>
            <a:ext cx="8540497" cy="64008"/>
          </a:xfrm>
          <a:prstGeom prst="rect">
            <a:avLst/>
          </a:prstGeom>
          <a:solidFill>
            <a:srgbClr val="FF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1"/>
          <p:cNvSpPr/>
          <p:nvPr/>
        </p:nvSpPr>
        <p:spPr>
          <a:xfrm>
            <a:off x="0" y="146304"/>
            <a:ext cx="9144000" cy="73152"/>
          </a:xfrm>
          <a:prstGeom prst="rect">
            <a:avLst/>
          </a:prstGeom>
          <a:solidFill>
            <a:srgbClr val="FF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7"/>
    <p:sldLayoutId id="214748365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344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C25A37"/>
                </a:solidFill>
                <a:latin typeface="Aptos"/>
              </a:defRPr>
            </a:pPr>
            <a:r>
              <a:t>SAMPLE ONLY • NOT SOURCE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91440" cy="4297680"/>
          </a:xfrm>
          <a:prstGeom prst="rect">
            <a:avLst/>
          </a:prstGeom>
          <a:solidFill>
            <a:srgbClr val="C2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34440" y="1828800"/>
            <a:ext cx="6766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25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63A4C"/>
                </a:solidFill>
                <a:latin typeface="Aptos"/>
              </a:defRPr>
            </a:pPr>
            <a:r>
              <a:t>SAMPLE MILESTONE 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2075688"/>
            <a:ext cx="493776" cy="493776"/>
          </a:xfrm>
          <a:prstGeom prst="ellipse">
            <a:avLst/>
          </a:prstGeom>
          <a:solidFill>
            <a:srgbClr val="C2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34440" y="3154680"/>
            <a:ext cx="6766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25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63A4C"/>
                </a:solidFill>
                <a:latin typeface="Aptos"/>
              </a:defRPr>
            </a:pPr>
            <a:r>
              <a:t>SAMPLE MILESTONE B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3401568"/>
            <a:ext cx="493776" cy="493776"/>
          </a:xfrm>
          <a:prstGeom prst="ellipse">
            <a:avLst/>
          </a:prstGeom>
          <a:solidFill>
            <a:srgbClr val="C2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34440" y="4480560"/>
            <a:ext cx="6766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25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63A4C"/>
                </a:solidFill>
                <a:latin typeface="Aptos"/>
              </a:defRPr>
            </a:pPr>
            <a:r>
              <a:t>SAMPLE MILESTONE C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4727448"/>
            <a:ext cx="493776" cy="493776"/>
          </a:xfrm>
          <a:prstGeom prst="ellipse">
            <a:avLst/>
          </a:prstGeom>
          <a:solidFill>
            <a:srgbClr val="C2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213247"/>
                </a:solidFill>
                <a:latin typeface="Aptos"/>
              </a:defRPr>
            </a:pPr>
            <a:r>
              <a:t>SAMPLE TEMPLATE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 b="0">
                <a:solidFill>
                  <a:srgbClr val="213247"/>
                </a:solidFill>
                <a:latin typeface="Aptos"/>
              </a:defRPr>
            </a:pPr>
            <a:r>
              <a:t>SAMPLE ONLY • DO NOT USE AS SOURCE FACTS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Owned synthetic fixture: dev-project-timeline</dc:title>
  <dc:subject>Sample-only presentation layout; no external source material</dc:subject>
  <dc:creator/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