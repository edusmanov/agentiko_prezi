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title>
      <c:tx>
        <c:rich>
          <a:bodyPr/>
          <a:lstStyle/>
          <a:p>
            <a:r>
              <a:t>SAMPLE ONLY — NOT SOURCE DATA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 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SAMPLE 1</c:v>
                </c:pt>
                <c:pt idx="1">
                  <c:v>SAMPLE 2</c:v>
                </c:pt>
                <c:pt idx="2">
                  <c:v>SAMPLE 3</c:v>
                </c:pt>
                <c:pt idx="3">
                  <c:v>SAMPLE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23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SAMPLE 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SAMPLE 1</c:v>
                </c:pt>
                <c:pt idx="1">
                  <c:v>SAMPLE 2</c:v>
                </c:pt>
                <c:pt idx="2">
                  <c:v>SAMPLE 3</c:v>
                </c:pt>
                <c:pt idx="3">
                  <c:v>SAMPLE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12</c:v>
                </c:pt>
                <c:pt idx="2">
                  <c:v>15</c:v>
                </c:pt>
                <c:pt idx="3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SAMPLE UNITS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658368" y="1691640"/>
            <a:ext cx="109728" cy="3474720"/>
          </a:xfrm>
          <a:prstGeom prst="rect">
            <a:avLst/>
          </a:prstGeom>
          <a:solidFill>
            <a:srgbClr val="A0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A0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6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/>
          <p:cNvSpPr/>
          <p:nvPr/>
        </p:nvSpPr>
        <p:spPr>
          <a:xfrm>
            <a:off x="512064" y="1508760"/>
            <a:ext cx="109728" cy="3657600"/>
          </a:xfrm>
          <a:prstGeom prst="rect">
            <a:avLst/>
          </a:prstGeom>
          <a:solidFill>
            <a:srgbClr val="A0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3008313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7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1480" y="320040"/>
            <a:ext cx="2057400" cy="749808"/>
          </a:xfrm>
        </p:spPr>
        <p:txBody>
          <a:bodyPr vert="eaVert"/>
          <a:lstStyle/>
          <a:p>
            <a:pPr>
              <a:defRPr sz="2600">
                <a:solidFill>
                  <a:srgbClr val="A05A37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3716000" cy="73152"/>
          </a:xfrm>
          <a:prstGeom prst="rect">
            <a:avLst/>
          </a:prstGeom>
          <a:solidFill>
            <a:srgbClr val="A0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B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3112497" cy="64008"/>
          </a:xfrm>
          <a:prstGeom prst="rect">
            <a:avLst/>
          </a:prstGeom>
          <a:solidFill>
            <a:srgbClr val="FB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13716000" cy="73152"/>
          </a:xfrm>
          <a:prstGeom prst="rect">
            <a:avLst/>
          </a:prstGeom>
          <a:solidFill>
            <a:srgbClr val="FB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FB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243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05A37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64592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18120" y="182880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45720" marR="45720" marT="27432" marB="27432">
                    <a:solidFill>
                      <a:srgbClr val="465D7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1-3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2-0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2-1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2-2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84A"/>
                          </a:solidFill>
                          <a:latin typeface="Aptos"/>
                        </a:defRPr>
                      </a:pPr>
                      <a:r>
                        <a:t>DEMO 2-3</a:t>
                      </a:r>
                    </a:p>
                  </a:txBody>
                  <a:tcPr marL="45720" marR="45720" marT="27432" marB="27432"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4663440"/>
            <a:ext cx="21945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dev-chart-workbook-resource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