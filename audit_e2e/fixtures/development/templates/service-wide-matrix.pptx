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3716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0" cy="749808"/>
          </a:xfrm>
        </p:spPr>
        <p:txBody>
          <a:bodyPr/>
          <a:lstStyle/>
          <a:p>
            <a:pPr>
              <a:defRPr sz="2500">
                <a:solidFill>
                  <a:srgbClr val="7655A2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1"/>
          <p:cNvSpPr/>
          <p:nvPr/>
        </p:nvSpPr>
        <p:spPr>
          <a:xfrm>
            <a:off x="365760" y="1325880"/>
            <a:ext cx="109728" cy="3840480"/>
          </a:xfrm>
          <a:prstGeom prst="rect">
            <a:avLst/>
          </a:prstGeom>
          <a:solidFill>
            <a:srgbClr val="7655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7772400" cy="749808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 sz="2700">
                <a:solidFill>
                  <a:srgbClr val="7655A2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0" cy="749808"/>
          </a:xfrm>
        </p:spPr>
        <p:txBody>
          <a:bodyPr/>
          <a:lstStyle/>
          <a:p>
            <a:pPr>
              <a:defRPr sz="2500">
                <a:solidFill>
                  <a:srgbClr val="7655A2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0" cy="749808"/>
          </a:xfrm>
        </p:spPr>
        <p:txBody>
          <a:bodyPr/>
          <a:lstStyle>
            <a:lvl1pPr>
              <a:defRPr/>
            </a:lvl1pPr>
          </a:lstStyle>
          <a:p>
            <a:pPr>
              <a:defRPr sz="2500">
                <a:solidFill>
                  <a:srgbClr val="7655A2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0" cy="749808"/>
          </a:xfrm>
        </p:spPr>
        <p:txBody>
          <a:bodyPr/>
          <a:lstStyle/>
          <a:p>
            <a:pPr>
              <a:defRPr sz="2600">
                <a:solidFill>
                  <a:srgbClr val="7655A2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1"/>
          <p:cNvSpPr/>
          <p:nvPr/>
        </p:nvSpPr>
        <p:spPr>
          <a:xfrm>
            <a:off x="512064" y="1508760"/>
            <a:ext cx="109728" cy="3657600"/>
          </a:xfrm>
          <a:prstGeom prst="rect">
            <a:avLst/>
          </a:prstGeom>
          <a:solidFill>
            <a:srgbClr val="7655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3008313" cy="74980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 sz="2700">
                <a:solidFill>
                  <a:srgbClr val="7655A2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5486400" cy="74980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 sz="2600">
                <a:solidFill>
                  <a:srgbClr val="7655A2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1"/>
          <p:cNvSpPr/>
          <p:nvPr/>
        </p:nvSpPr>
        <p:spPr>
          <a:xfrm>
            <a:off x="0" y="36576"/>
            <a:ext cx="13716000" cy="73152"/>
          </a:xfrm>
          <a:prstGeom prst="rect">
            <a:avLst/>
          </a:prstGeom>
          <a:solidFill>
            <a:srgbClr val="7655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1"/>
          <p:cNvSpPr/>
          <p:nvPr/>
        </p:nvSpPr>
        <p:spPr>
          <a:xfrm>
            <a:off x="73152" y="0"/>
            <a:ext cx="91440" cy="6858000"/>
          </a:xfrm>
          <a:prstGeom prst="rect">
            <a:avLst/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1"/>
          <p:cNvSpPr/>
          <p:nvPr/>
        </p:nvSpPr>
        <p:spPr>
          <a:xfrm>
            <a:off x="603503" y="6665976"/>
            <a:ext cx="13112497" cy="64008"/>
          </a:xfrm>
          <a:prstGeom prst="rect">
            <a:avLst/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1"/>
          <p:cNvSpPr/>
          <p:nvPr/>
        </p:nvSpPr>
        <p:spPr>
          <a:xfrm>
            <a:off x="0" y="146304"/>
            <a:ext cx="13716000" cy="73152"/>
          </a:xfrm>
          <a:prstGeom prst="rect">
            <a:avLst/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234440"/>
            <a:ext cx="1243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7655A2"/>
                </a:solidFill>
                <a:latin typeface="Aptos"/>
              </a:defRPr>
            </a:pPr>
            <a:r>
              <a:t>SAMPLE ONLY • NOT SOURCE DATA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828800"/>
          <a:ext cx="125272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5910"/>
                <a:gridCol w="1565910"/>
                <a:gridCol w="1565910"/>
                <a:gridCol w="1565910"/>
                <a:gridCol w="1565910"/>
                <a:gridCol w="1565910"/>
                <a:gridCol w="1565910"/>
                <a:gridCol w="1565910"/>
              </a:tblGrid>
              <a:tr h="8229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SAMPLE</a:t>
                      </a:r>
                    </a:p>
                  </a:txBody>
                  <a:tcPr marL="45720" marR="45720" marT="27432" marB="27432">
                    <a:solidFill>
                      <a:srgbClr val="465D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SAMPLE</a:t>
                      </a:r>
                    </a:p>
                  </a:txBody>
                  <a:tcPr marL="45720" marR="45720" marT="27432" marB="27432">
                    <a:solidFill>
                      <a:srgbClr val="465D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SAMPLE</a:t>
                      </a:r>
                    </a:p>
                  </a:txBody>
                  <a:tcPr marL="45720" marR="45720" marT="27432" marB="27432">
                    <a:solidFill>
                      <a:srgbClr val="465D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SAMPLE</a:t>
                      </a:r>
                    </a:p>
                  </a:txBody>
                  <a:tcPr marL="45720" marR="45720" marT="27432" marB="27432">
                    <a:solidFill>
                      <a:srgbClr val="465D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SAMPLE</a:t>
                      </a:r>
                    </a:p>
                  </a:txBody>
                  <a:tcPr marL="45720" marR="45720" marT="27432" marB="27432">
                    <a:solidFill>
                      <a:srgbClr val="465D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SAMPLE</a:t>
                      </a:r>
                    </a:p>
                  </a:txBody>
                  <a:tcPr marL="45720" marR="45720" marT="27432" marB="27432">
                    <a:solidFill>
                      <a:srgbClr val="465D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SAMPLE</a:t>
                      </a:r>
                    </a:p>
                  </a:txBody>
                  <a:tcPr marL="45720" marR="45720" marT="27432" marB="27432">
                    <a:solidFill>
                      <a:srgbClr val="465D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SAMPLE</a:t>
                      </a:r>
                    </a:p>
                  </a:txBody>
                  <a:tcPr marL="45720" marR="45720" marT="27432" marB="27432">
                    <a:solidFill>
                      <a:srgbClr val="465D7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384A"/>
                          </a:solidFill>
                          <a:latin typeface="Aptos"/>
                        </a:defRPr>
                      </a:pPr>
                      <a:r>
                        <a:t>DEMO 1-0</a:t>
                      </a:r>
                    </a:p>
                  </a:txBody>
                  <a:tcPr marL="45720" marR="45720" marT="27432" marB="27432"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384A"/>
                          </a:solidFill>
                          <a:latin typeface="Aptos"/>
                        </a:defRPr>
                      </a:pPr>
                      <a:r>
                        <a:t>DEMO 1-1</a:t>
                      </a:r>
                    </a:p>
                  </a:txBody>
                  <a:tcPr marL="45720" marR="45720" marT="27432" marB="27432"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384A"/>
                          </a:solidFill>
                          <a:latin typeface="Aptos"/>
                        </a:defRPr>
                      </a:pPr>
                      <a:r>
                        <a:t>DEMO 1-2</a:t>
                      </a:r>
                    </a:p>
                  </a:txBody>
                  <a:tcPr marL="45720" marR="45720" marT="27432" marB="27432"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384A"/>
                          </a:solidFill>
                          <a:latin typeface="Aptos"/>
                        </a:defRPr>
                      </a:pPr>
                      <a:r>
                        <a:t>DEMO 1-3</a:t>
                      </a:r>
                    </a:p>
                  </a:txBody>
                  <a:tcPr marL="45720" marR="45720" marT="27432" marB="27432"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384A"/>
                          </a:solidFill>
                          <a:latin typeface="Aptos"/>
                        </a:defRPr>
                      </a:pPr>
                      <a:r>
                        <a:t>DEMO 1-4</a:t>
                      </a:r>
                    </a:p>
                  </a:txBody>
                  <a:tcPr marL="45720" marR="45720" marT="27432" marB="27432"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384A"/>
                          </a:solidFill>
                          <a:latin typeface="Aptos"/>
                        </a:defRPr>
                      </a:pPr>
                      <a:r>
                        <a:t>DEMO 1-5</a:t>
                      </a:r>
                    </a:p>
                  </a:txBody>
                  <a:tcPr marL="45720" marR="45720" marT="27432" marB="27432"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384A"/>
                          </a:solidFill>
                          <a:latin typeface="Aptos"/>
                        </a:defRPr>
                      </a:pPr>
                      <a:r>
                        <a:t>DEMO 1-6</a:t>
                      </a:r>
                    </a:p>
                  </a:txBody>
                  <a:tcPr marL="45720" marR="45720" marT="27432" marB="27432"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384A"/>
                          </a:solidFill>
                          <a:latin typeface="Aptos"/>
                        </a:defRPr>
                      </a:pPr>
                      <a:r>
                        <a:t>DEMO 1-7</a:t>
                      </a:r>
                    </a:p>
                  </a:txBody>
                  <a:tcPr marL="45720" marR="45720" marT="27432" marB="27432">
                    <a:solidFill>
                      <a:srgbClr val="F0F3F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384A"/>
                          </a:solidFill>
                          <a:latin typeface="Aptos"/>
                        </a:defRPr>
                      </a:pPr>
                      <a:r>
                        <a:t>DEMO 2-0</a:t>
                      </a:r>
                    </a:p>
                  </a:txBody>
                  <a:tcPr marL="45720" marR="45720" marT="27432" marB="27432"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384A"/>
                          </a:solidFill>
                          <a:latin typeface="Aptos"/>
                        </a:defRPr>
                      </a:pPr>
                      <a:r>
                        <a:t>DEMO 2-1</a:t>
                      </a:r>
                    </a:p>
                  </a:txBody>
                  <a:tcPr marL="45720" marR="45720" marT="27432" marB="27432"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384A"/>
                          </a:solidFill>
                          <a:latin typeface="Aptos"/>
                        </a:defRPr>
                      </a:pPr>
                      <a:r>
                        <a:t>DEMO 2-2</a:t>
                      </a:r>
                    </a:p>
                  </a:txBody>
                  <a:tcPr marL="45720" marR="45720" marT="27432" marB="27432"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384A"/>
                          </a:solidFill>
                          <a:latin typeface="Aptos"/>
                        </a:defRPr>
                      </a:pPr>
                      <a:r>
                        <a:t>DEMO 2-3</a:t>
                      </a:r>
                    </a:p>
                  </a:txBody>
                  <a:tcPr marL="45720" marR="45720" marT="27432" marB="27432"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384A"/>
                          </a:solidFill>
                          <a:latin typeface="Aptos"/>
                        </a:defRPr>
                      </a:pPr>
                      <a:r>
                        <a:t>DEMO 2-4</a:t>
                      </a:r>
                    </a:p>
                  </a:txBody>
                  <a:tcPr marL="45720" marR="45720" marT="27432" marB="27432"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384A"/>
                          </a:solidFill>
                          <a:latin typeface="Aptos"/>
                        </a:defRPr>
                      </a:pPr>
                      <a:r>
                        <a:t>DEMO 2-5</a:t>
                      </a:r>
                    </a:p>
                  </a:txBody>
                  <a:tcPr marL="45720" marR="45720" marT="27432" marB="27432"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384A"/>
                          </a:solidFill>
                          <a:latin typeface="Aptos"/>
                        </a:defRPr>
                      </a:pPr>
                      <a:r>
                        <a:t>DEMO 2-6</a:t>
                      </a:r>
                    </a:p>
                  </a:txBody>
                  <a:tcPr marL="45720" marR="45720" marT="27432" marB="27432"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384A"/>
                          </a:solidFill>
                          <a:latin typeface="Aptos"/>
                        </a:defRPr>
                      </a:pPr>
                      <a:r>
                        <a:t>DEMO 2-7</a:t>
                      </a:r>
                    </a:p>
                  </a:txBody>
                  <a:tcPr marL="45720" marR="45720" marT="27432" marB="27432">
                    <a:solidFill>
                      <a:srgbClr val="F0F3F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384A"/>
                          </a:solidFill>
                          <a:latin typeface="Aptos"/>
                        </a:defRPr>
                      </a:pPr>
                      <a:r>
                        <a:t>DEMO 3-0</a:t>
                      </a:r>
                    </a:p>
                  </a:txBody>
                  <a:tcPr marL="45720" marR="45720" marT="27432" marB="27432"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384A"/>
                          </a:solidFill>
                          <a:latin typeface="Aptos"/>
                        </a:defRPr>
                      </a:pPr>
                      <a:r>
                        <a:t>DEMO 3-1</a:t>
                      </a:r>
                    </a:p>
                  </a:txBody>
                  <a:tcPr marL="45720" marR="45720" marT="27432" marB="27432"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384A"/>
                          </a:solidFill>
                          <a:latin typeface="Aptos"/>
                        </a:defRPr>
                      </a:pPr>
                      <a:r>
                        <a:t>DEMO 3-2</a:t>
                      </a:r>
                    </a:p>
                  </a:txBody>
                  <a:tcPr marL="45720" marR="45720" marT="27432" marB="27432"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384A"/>
                          </a:solidFill>
                          <a:latin typeface="Aptos"/>
                        </a:defRPr>
                      </a:pPr>
                      <a:r>
                        <a:t>DEMO 3-3</a:t>
                      </a:r>
                    </a:p>
                  </a:txBody>
                  <a:tcPr marL="45720" marR="45720" marT="27432" marB="27432"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384A"/>
                          </a:solidFill>
                          <a:latin typeface="Aptos"/>
                        </a:defRPr>
                      </a:pPr>
                      <a:r>
                        <a:t>DEMO 3-4</a:t>
                      </a:r>
                    </a:p>
                  </a:txBody>
                  <a:tcPr marL="45720" marR="45720" marT="27432" marB="27432"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384A"/>
                          </a:solidFill>
                          <a:latin typeface="Aptos"/>
                        </a:defRPr>
                      </a:pPr>
                      <a:r>
                        <a:t>DEMO 3-5</a:t>
                      </a:r>
                    </a:p>
                  </a:txBody>
                  <a:tcPr marL="45720" marR="45720" marT="27432" marB="27432"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384A"/>
                          </a:solidFill>
                          <a:latin typeface="Aptos"/>
                        </a:defRPr>
                      </a:pPr>
                      <a:r>
                        <a:t>DEMO 3-6</a:t>
                      </a:r>
                    </a:p>
                  </a:txBody>
                  <a:tcPr marL="45720" marR="45720" marT="27432" marB="27432"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384A"/>
                          </a:solidFill>
                          <a:latin typeface="Aptos"/>
                        </a:defRPr>
                      </a:pPr>
                      <a:r>
                        <a:t>DEMO 3-7</a:t>
                      </a:r>
                    </a:p>
                  </a:txBody>
                  <a:tcPr marL="45720" marR="45720" marT="27432" marB="27432">
                    <a:solidFill>
                      <a:srgbClr val="F0F3F6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94360" y="5349240"/>
            <a:ext cx="125272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7655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63A4C"/>
                </a:solidFill>
                <a:latin typeface="Aptos"/>
              </a:defRPr>
            </a:pPr>
            <a:r>
              <a:t>SAMPLE UNITS • SOURCE LABELS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Owned synthetic fixture: dev-wide-table</dc:title>
  <dc:subject>Sample-only presentation layout; no external source material</dc:subject>
  <dc:creator/>
  <cp:keywords/>
  <dc:description>generated using python-pptx</dc:description>
  <cp:lastModifiedBy>Steve Canny</cp:lastModifiedBy>
  <cp:revision>1</cp:revision>
  <dcterms:created xsi:type="dcterms:W3CDTF">2020-01-01T00:00:00Z</dcterms:created>
  <dcterms:modified xsi:type="dcterms:W3CDTF">2020-01-01T00:00:00Z</dcterms:modified>
  <cp:category/>
</cp:coreProperties>
</file>