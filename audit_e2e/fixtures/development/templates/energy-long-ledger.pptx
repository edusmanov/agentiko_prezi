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4673A1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467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4673A1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4673A1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4673A1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600">
                <a:solidFill>
                  <a:srgbClr val="4673A1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4673A1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467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673A1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4-0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4-1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4-2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4-3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349240"/>
            <a:ext cx="10728655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67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63A4C"/>
                </a:solidFill>
                <a:latin typeface="Aptos"/>
              </a:defRPr>
            </a:pPr>
            <a:r>
              <a:t>SAMPLE UNITS • SOURCE LABELS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dev-long-table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