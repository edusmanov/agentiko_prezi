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3"/>
  <c:chart>
    <c:title>
      <c:tx>
        <c:rich>
          <a:bodyPr/>
          <a:lstStyle/>
          <a:p>
            <a:r>
              <a:t>SAMPLE ONLY — NOT SOURCE DATA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SAMPLE A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SAMPLE 1</c:v>
                </c:pt>
                <c:pt idx="1">
                  <c:v>SAMPLE 2</c:v>
                </c:pt>
                <c:pt idx="2">
                  <c:v>SAMPLE 3</c:v>
                </c:pt>
                <c:pt idx="3">
                  <c:v>SAMPLE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18</c:v>
                </c:pt>
                <c:pt idx="2">
                  <c:v>23</c:v>
                </c:pt>
                <c:pt idx="3">
                  <c:v>20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SAMPLE B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SAMPLE 1</c:v>
                </c:pt>
                <c:pt idx="1">
                  <c:v>SAMPLE 2</c:v>
                </c:pt>
                <c:pt idx="2">
                  <c:v>SAMPLE 3</c:v>
                </c:pt>
                <c:pt idx="3">
                  <c:v>SAMPLE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12</c:v>
                </c:pt>
                <c:pt idx="2">
                  <c:v>15</c:v>
                </c:pt>
                <c:pt idx="3">
                  <c:v>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SAMPLE UNITS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7772400" cy="749808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 sz="27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>
            <a:lvl1pPr>
              <a:defRPr/>
            </a:lvl1pPr>
          </a:lstStyle>
          <a:p>
            <a:pPr>
              <a:defRPr sz="25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6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3008313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7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548640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0" cy="749808"/>
          </a:xfrm>
        </p:spPr>
        <p:txBody>
          <a:bodyPr/>
          <a:lstStyle/>
          <a:p>
            <a:pPr>
              <a:defRPr sz="2500">
                <a:solidFill>
                  <a:srgbClr val="42805C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4280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EFF8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42805C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40080" y="1737360"/>
          <a:ext cx="80467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961120" y="1828800"/>
            <a:ext cx="256032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428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263A4C"/>
                </a:solidFill>
                <a:latin typeface="Aptos"/>
              </a:defRPr>
            </a:pPr>
            <a:r>
              <a:t>SAMPLE</a:t>
            </a:r>
          </a:p>
          <a:p>
            <a:r>
              <a:t>kg</a:t>
            </a:r>
          </a:p>
          <a:p>
            <a:r>
              <a:t>L</a:t>
            </a:r>
          </a:p>
          <a:p>
            <a:r>
              <a:t>°C</a:t>
            </a:r>
          </a:p>
          <a:p/>
          <a:p>
            <a:r>
              <a:t>DIFFERENT SCALES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213247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213247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dev-chart-series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