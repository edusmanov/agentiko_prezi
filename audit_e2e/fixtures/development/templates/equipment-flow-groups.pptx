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0" cy="749808"/>
          </a:xfrm>
        </p:spPr>
        <p:txBody>
          <a:bodyPr/>
          <a:lstStyle/>
          <a:p>
            <a:pPr>
              <a:defRPr sz="2500">
                <a:solidFill>
                  <a:srgbClr val="2C7462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"/>
          <p:cNvSpPr/>
          <p:nvPr/>
        </p:nvSpPr>
        <p:spPr>
          <a:xfrm>
            <a:off x="365760" y="1325880"/>
            <a:ext cx="109728" cy="3840480"/>
          </a:xfrm>
          <a:prstGeom prst="rect">
            <a:avLst/>
          </a:prstGeom>
          <a:solidFill>
            <a:srgbClr val="2C7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7772400" cy="74980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 sz="2700">
                <a:solidFill>
                  <a:srgbClr val="2C7462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0" cy="749808"/>
          </a:xfrm>
        </p:spPr>
        <p:txBody>
          <a:bodyPr/>
          <a:lstStyle/>
          <a:p>
            <a:pPr>
              <a:defRPr sz="2500">
                <a:solidFill>
                  <a:srgbClr val="2C7462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0" cy="749808"/>
          </a:xfrm>
        </p:spPr>
        <p:txBody>
          <a:bodyPr/>
          <a:lstStyle>
            <a:lvl1pPr>
              <a:defRPr/>
            </a:lvl1pPr>
          </a:lstStyle>
          <a:p>
            <a:pPr>
              <a:defRPr sz="2500">
                <a:solidFill>
                  <a:srgbClr val="2C7462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0" cy="749808"/>
          </a:xfrm>
        </p:spPr>
        <p:txBody>
          <a:bodyPr/>
          <a:lstStyle/>
          <a:p>
            <a:pPr>
              <a:defRPr sz="2600">
                <a:solidFill>
                  <a:srgbClr val="2C7462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3008313" cy="74980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sz="2700">
                <a:solidFill>
                  <a:srgbClr val="2C7462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5486400" cy="74980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sz="2600">
                <a:solidFill>
                  <a:srgbClr val="2C7462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2C7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1"/>
          <p:cNvSpPr/>
          <p:nvPr/>
        </p:nvSpPr>
        <p:spPr>
          <a:xfrm>
            <a:off x="73152" y="0"/>
            <a:ext cx="91440" cy="6858000"/>
          </a:xfrm>
          <a:prstGeom prst="rect">
            <a:avLst/>
          </a:prstGeom>
          <a:solidFill>
            <a:srgbClr val="F0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1"/>
          <p:cNvSpPr/>
          <p:nvPr/>
        </p:nvSpPr>
        <p:spPr>
          <a:xfrm>
            <a:off x="603503" y="6665976"/>
            <a:ext cx="11588192" cy="64008"/>
          </a:xfrm>
          <a:prstGeom prst="rect">
            <a:avLst/>
          </a:prstGeom>
          <a:solidFill>
            <a:srgbClr val="F0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344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C7462"/>
                </a:solidFill>
                <a:latin typeface="Aptos"/>
              </a:defRPr>
            </a:pPr>
            <a:r>
              <a:t>SAMPLE ONLY • NOT SOURCE DATA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31520" y="1481328"/>
            <a:ext cx="2194560" cy="1901952"/>
            <a:chOff x="731520" y="1481328"/>
            <a:chExt cx="2194560" cy="1901952"/>
          </a:xfrm>
        </p:grpSpPr>
        <p:sp>
          <p:nvSpPr>
            <p:cNvPr id="4" name="Rounded Rectangle 3"/>
            <p:cNvSpPr/>
            <p:nvPr/>
          </p:nvSpPr>
          <p:spPr>
            <a:xfrm>
              <a:off x="731520" y="1920240"/>
              <a:ext cx="2194560" cy="146304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14400" y="2331720"/>
              <a:ext cx="1828800" cy="502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2C7462"/>
                  </a:solidFill>
                  <a:latin typeface="Aptos"/>
                </a:defRPr>
              </a:pPr>
              <a:r>
                <a:t>SAMPLE STEP 1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1554480" y="1481328"/>
              <a:ext cx="548640" cy="548640"/>
            </a:xfrm>
            <a:prstGeom prst="ellipse">
              <a:avLst/>
            </a:prstGeom>
            <a:solidFill>
              <a:srgbClr val="2C746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3749039" y="1481328"/>
            <a:ext cx="2194560" cy="1901952"/>
            <a:chOff x="3749039" y="1481328"/>
            <a:chExt cx="2194560" cy="1901952"/>
          </a:xfrm>
        </p:grpSpPr>
        <p:sp>
          <p:nvSpPr>
            <p:cNvPr id="8" name="Rounded Rectangle 7"/>
            <p:cNvSpPr/>
            <p:nvPr/>
          </p:nvSpPr>
          <p:spPr>
            <a:xfrm>
              <a:off x="3749039" y="1920240"/>
              <a:ext cx="2194560" cy="146304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931919" y="2331720"/>
              <a:ext cx="1828800" cy="502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2C7462"/>
                  </a:solidFill>
                  <a:latin typeface="Aptos"/>
                </a:defRPr>
              </a:pPr>
              <a:r>
                <a:t>SAMPLE STEP 2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4571999" y="1481328"/>
              <a:ext cx="548640" cy="548640"/>
            </a:xfrm>
            <a:prstGeom prst="ellipse">
              <a:avLst/>
            </a:prstGeom>
            <a:solidFill>
              <a:srgbClr val="2C746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766559" y="1481328"/>
            <a:ext cx="2194560" cy="1901952"/>
            <a:chOff x="6766559" y="1481328"/>
            <a:chExt cx="2194560" cy="1901952"/>
          </a:xfrm>
        </p:grpSpPr>
        <p:sp>
          <p:nvSpPr>
            <p:cNvPr id="12" name="Rounded Rectangle 11"/>
            <p:cNvSpPr/>
            <p:nvPr/>
          </p:nvSpPr>
          <p:spPr>
            <a:xfrm>
              <a:off x="6766559" y="1920240"/>
              <a:ext cx="2194560" cy="146304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949439" y="2331720"/>
              <a:ext cx="1828800" cy="502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 b="1">
                  <a:solidFill>
                    <a:srgbClr val="2C7462"/>
                  </a:solidFill>
                  <a:latin typeface="Aptos"/>
                </a:defRPr>
              </a:pPr>
              <a:r>
                <a:t>SAMPLE STEP 3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7589519" y="1481328"/>
              <a:ext cx="548640" cy="548640"/>
            </a:xfrm>
            <a:prstGeom prst="ellipse">
              <a:avLst/>
            </a:prstGeom>
            <a:solidFill>
              <a:srgbClr val="2C746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5" name="Chevron 14"/>
          <p:cNvSpPr/>
          <p:nvPr/>
        </p:nvSpPr>
        <p:spPr>
          <a:xfrm>
            <a:off x="2971800" y="2423160"/>
            <a:ext cx="640080" cy="320040"/>
          </a:xfrm>
          <a:prstGeom prst="chevron">
            <a:avLst/>
          </a:prstGeom>
          <a:solidFill>
            <a:srgbClr val="2C7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5989320" y="2423160"/>
            <a:ext cx="640080" cy="320040"/>
          </a:xfrm>
          <a:prstGeom prst="chevron">
            <a:avLst/>
          </a:prstGeom>
          <a:solidFill>
            <a:srgbClr val="2C7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069080"/>
            <a:ext cx="82296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2C7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63A4C"/>
                </a:solidFill>
                <a:latin typeface="Aptos"/>
              </a:defRPr>
            </a:pPr>
            <a:r>
              <a:t>SAMPLE HANDOFF AND EXCEPTION NOTES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Owned synthetic fixture: dev-grouped-process</dc:title>
  <dc:subject>Sample-only presentation layout; no external source material</dc:subject>
  <dc:creator/>
  <cp:keywords/>
  <dc:description>generated using python-pptx</dc:description>
  <cp:lastModifiedBy>Steve Canny</cp:lastModifiedBy>
  <cp:revision>1</cp:revision>
  <dcterms:created xsi:type="dcterms:W3CDTF">2020-01-01T00:00:00Z</dcterms:created>
  <dcterms:modified xsi:type="dcterms:W3CDTF">2020-01-01T00:00:00Z</dcterms:modified>
  <cp:category/>
</cp:coreProperties>
</file>