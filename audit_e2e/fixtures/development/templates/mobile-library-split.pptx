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320040"/>
            <a:ext cx="0" cy="749808"/>
          </a:xfrm>
        </p:spPr>
        <p:txBody>
          <a:bodyPr/>
          <a:lstStyle/>
          <a:p>
            <a:pPr>
              <a:defRPr sz="2500">
                <a:solidFill>
                  <a:srgbClr val="286B55"/>
                </a:solidFill>
                <a:latin typeface="Aptos Display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1"/>
          <p:cNvSpPr/>
          <p:nvPr/>
        </p:nvSpPr>
        <p:spPr>
          <a:xfrm>
            <a:off x="365760" y="1325880"/>
            <a:ext cx="109728" cy="3840480"/>
          </a:xfrm>
          <a:prstGeom prst="rect">
            <a:avLst/>
          </a:prstGeom>
          <a:solidFill>
            <a:srgbClr val="286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320040"/>
            <a:ext cx="7772400" cy="749808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 sz="2700">
                <a:solidFill>
                  <a:srgbClr val="286B55"/>
                </a:solidFill>
                <a:latin typeface="Aptos Display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320040"/>
            <a:ext cx="0" cy="749808"/>
          </a:xfrm>
        </p:spPr>
        <p:txBody>
          <a:bodyPr/>
          <a:lstStyle/>
          <a:p>
            <a:pPr>
              <a:defRPr sz="2500">
                <a:solidFill>
                  <a:srgbClr val="286B55"/>
                </a:solidFill>
                <a:latin typeface="Aptos Display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1"/>
          <p:cNvSpPr/>
          <p:nvPr/>
        </p:nvSpPr>
        <p:spPr>
          <a:xfrm>
            <a:off x="512064" y="1508760"/>
            <a:ext cx="109728" cy="3657600"/>
          </a:xfrm>
          <a:prstGeom prst="rect">
            <a:avLst/>
          </a:prstGeom>
          <a:solidFill>
            <a:srgbClr val="286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320040"/>
            <a:ext cx="5486400" cy="74980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 sz="2600">
                <a:solidFill>
                  <a:srgbClr val="286B55"/>
                </a:solidFill>
                <a:latin typeface="Aptos Display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7" Type="http://schemas.openxmlformats.org/officeDocument/2006/relationships/slideLayout" Target="../slideLayouts/slideLayout7.xml"/><Relationship Id="rId9" Type="http://schemas.openxmlformats.org/officeDocument/2006/relationships/slideLayout" Target="../slideLayouts/slideLayout9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286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1"/>
          <p:cNvSpPr/>
          <p:nvPr/>
        </p:nvSpPr>
        <p:spPr>
          <a:xfrm>
            <a:off x="73152" y="0"/>
            <a:ext cx="91440" cy="6858000"/>
          </a:xfrm>
          <a:prstGeom prst="rect">
            <a:avLst/>
          </a:prstGeom>
          <a:solidFill>
            <a:srgbClr val="F6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5" r:id="rId7"/>
    <p:sldLayoutId id="2147483657" r:id="rId9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23444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86B55"/>
                </a:solidFill>
                <a:latin typeface="Aptos"/>
              </a:defRPr>
            </a:pPr>
            <a:r>
              <a:t>SAMPLE ONLY • NOT SOURCE DATA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5204307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286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63A4C"/>
                </a:solidFill>
                <a:latin typeface="Aptos"/>
              </a:defRPr>
            </a:pPr>
            <a:r>
              <a:t>SAMPLE OPTION 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55867" y="1828800"/>
            <a:ext cx="5204307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286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63A4C"/>
                </a:solidFill>
                <a:latin typeface="Aptos"/>
              </a:defRPr>
            </a:pPr>
            <a:r>
              <a:t>SAMPLE OPTION B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731520" y="1481328"/>
            <a:ext cx="2194560" cy="1901952"/>
            <a:chOff x="731520" y="1481328"/>
            <a:chExt cx="2194560" cy="1901952"/>
          </a:xfrm>
        </p:grpSpPr>
        <p:sp>
          <p:nvSpPr>
            <p:cNvPr id="6" name="Rounded Rectangle 5"/>
            <p:cNvSpPr/>
            <p:nvPr/>
          </p:nvSpPr>
          <p:spPr>
            <a:xfrm>
              <a:off x="731520" y="1920240"/>
              <a:ext cx="2194560" cy="146304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914400" y="2331720"/>
              <a:ext cx="1828800" cy="5029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400" b="1">
                  <a:solidFill>
                    <a:srgbClr val="286B55"/>
                  </a:solidFill>
                  <a:latin typeface="Aptos"/>
                </a:defRPr>
              </a:pPr>
              <a:r>
                <a:t>SAMPLE STEP 1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1554480" y="1481328"/>
              <a:ext cx="548640" cy="548640"/>
            </a:xfrm>
            <a:prstGeom prst="ellipse">
              <a:avLst/>
            </a:prstGeom>
            <a:solidFill>
              <a:srgbClr val="286B5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Owned synthetic fixture: dev-route-comparison</dc:title>
  <dc:subject>Sample-only presentation layout; no external source material</dc:subject>
  <dc:creator/>
  <cp:keywords/>
  <dc:description>generated using python-pptx</dc:description>
  <cp:lastModifiedBy>Steve Canny</cp:lastModifiedBy>
  <cp:revision>1</cp:revision>
  <dcterms:created xsi:type="dcterms:W3CDTF">2020-01-01T00:00:00Z</dcterms:created>
  <dcterms:modified xsi:type="dcterms:W3CDTF">2020-01-01T00:00:00Z</dcterms:modified>
  <cp:category/>
</cp:coreProperties>
</file>