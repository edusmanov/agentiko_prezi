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9224" y="2130425"/>
            <a:ext cx="3383280" cy="43891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9224" y="3886200"/>
            <a:ext cx="3383280" cy="43891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9224" y="0"/>
            <a:ext cx="3383280" cy="438912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9224" y="0"/>
            <a:ext cx="338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9224" y="0"/>
            <a:ext cx="3383280" cy="438912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"/>
          <p:cNvSpPr/>
          <p:nvPr/>
        </p:nvSpPr>
        <p:spPr>
          <a:xfrm>
            <a:off x="658368" y="1691640"/>
            <a:ext cx="109728" cy="3474720"/>
          </a:xfrm>
          <a:prstGeom prst="rect">
            <a:avLst/>
          </a:prstGeom>
          <a:solidFill>
            <a:srgbClr val="7B5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4023360" cy="749808"/>
          </a:xfrm>
        </p:spPr>
        <p:txBody>
          <a:bodyPr/>
          <a:lstStyle/>
          <a:p>
            <a:pPr>
              <a:defRPr sz="2500">
                <a:solidFill>
                  <a:srgbClr val="7B5D4B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0"/>
            <a:ext cx="3383280" cy="43891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20" y="0"/>
            <a:ext cx="3383280" cy="438912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02920" y="0"/>
            <a:ext cx="338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02920" y="0"/>
            <a:ext cx="3383280" cy="438912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"/>
          <p:cNvSpPr/>
          <p:nvPr/>
        </p:nvSpPr>
        <p:spPr>
          <a:xfrm>
            <a:off x="365760" y="1325880"/>
            <a:ext cx="109728" cy="3840480"/>
          </a:xfrm>
          <a:prstGeom prst="rect">
            <a:avLst/>
          </a:prstGeom>
          <a:solidFill>
            <a:srgbClr val="7B5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4023360" cy="74980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 sz="2700">
                <a:solidFill>
                  <a:srgbClr val="7B5D4B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8680" y="2906713"/>
            <a:ext cx="3383280" cy="438912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8680" y="0"/>
            <a:ext cx="3383280" cy="438912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68680" y="0"/>
            <a:ext cx="338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" y="0"/>
            <a:ext cx="3383280" cy="438912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4023360" cy="749808"/>
          </a:xfrm>
        </p:spPr>
        <p:txBody>
          <a:bodyPr/>
          <a:lstStyle/>
          <a:p>
            <a:pPr>
              <a:defRPr sz="2500">
                <a:solidFill>
                  <a:srgbClr val="7B5D4B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2376" y="1600200"/>
            <a:ext cx="3383280" cy="4389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2376" y="1600200"/>
            <a:ext cx="3383280" cy="4389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2376" y="0"/>
            <a:ext cx="3383280" cy="438912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22376" y="0"/>
            <a:ext cx="338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22376" y="0"/>
            <a:ext cx="3383280" cy="438912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4023360" cy="749808"/>
          </a:xfrm>
        </p:spPr>
        <p:txBody>
          <a:bodyPr/>
          <a:lstStyle>
            <a:lvl1pPr>
              <a:defRPr/>
            </a:lvl1pPr>
          </a:lstStyle>
          <a:p>
            <a:pPr>
              <a:defRPr sz="2500">
                <a:solidFill>
                  <a:srgbClr val="7B5D4B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1832" y="1535113"/>
            <a:ext cx="3383280" cy="438912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1832" y="2174875"/>
            <a:ext cx="3383280" cy="43891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41832" y="1535113"/>
            <a:ext cx="3383280" cy="438912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41832" y="2174875"/>
            <a:ext cx="3383280" cy="43891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941832" y="0"/>
            <a:ext cx="3383280" cy="438912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41832" y="0"/>
            <a:ext cx="338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41832" y="0"/>
            <a:ext cx="3383280" cy="438912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4023360" cy="749808"/>
          </a:xfrm>
        </p:spPr>
        <p:txBody>
          <a:bodyPr/>
          <a:lstStyle/>
          <a:p>
            <a:pPr>
              <a:defRPr sz="2600">
                <a:solidFill>
                  <a:srgbClr val="7B5D4B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14984" y="0"/>
            <a:ext cx="3383280" cy="438912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14984" y="0"/>
            <a:ext cx="338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14984" y="0"/>
            <a:ext cx="3383280" cy="438912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76072" y="0"/>
            <a:ext cx="3383280" cy="438912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76072" y="0"/>
            <a:ext cx="338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76072" y="0"/>
            <a:ext cx="3383280" cy="438912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1"/>
          <p:cNvSpPr/>
          <p:nvPr/>
        </p:nvSpPr>
        <p:spPr>
          <a:xfrm>
            <a:off x="512064" y="1508760"/>
            <a:ext cx="109728" cy="3657600"/>
          </a:xfrm>
          <a:prstGeom prst="rect">
            <a:avLst/>
          </a:prstGeom>
          <a:solidFill>
            <a:srgbClr val="7B5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4023360" cy="74980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2600">
                <a:solidFill>
                  <a:srgbClr val="7B5D4B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95528" y="612775"/>
            <a:ext cx="3383280" cy="438912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5528" y="5367338"/>
            <a:ext cx="3383280" cy="43891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95528" y="0"/>
            <a:ext cx="3383280" cy="438912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5528" y="0"/>
            <a:ext cx="338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5528" y="0"/>
            <a:ext cx="3383280" cy="438912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9" Type="http://schemas.openxmlformats.org/officeDocument/2006/relationships/slideLayout" Target="../slideLayouts/slideLayout9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7B5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1"/>
          <p:cNvSpPr/>
          <p:nvPr/>
        </p:nvSpPr>
        <p:spPr>
          <a:xfrm>
            <a:off x="73152" y="0"/>
            <a:ext cx="91440" cy="6858000"/>
          </a:xfrm>
          <a:prstGeom prst="rect">
            <a:avLst/>
          </a:prstGeom>
          <a:solidFill>
            <a:srgbClr val="F7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1"/>
          <p:cNvSpPr/>
          <p:nvPr/>
        </p:nvSpPr>
        <p:spPr>
          <a:xfrm>
            <a:off x="603503" y="6665976"/>
            <a:ext cx="11588192" cy="64008"/>
          </a:xfrm>
          <a:prstGeom prst="rect">
            <a:avLst/>
          </a:prstGeom>
          <a:solidFill>
            <a:srgbClr val="F7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1"/>
          <p:cNvSpPr/>
          <p:nvPr/>
        </p:nvSpPr>
        <p:spPr>
          <a:xfrm>
            <a:off x="0" y="146304"/>
            <a:ext cx="12191695" cy="73152"/>
          </a:xfrm>
          <a:prstGeom prst="rect">
            <a:avLst/>
          </a:prstGeom>
          <a:solidFill>
            <a:srgbClr val="F7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F7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"/>
          <p:cNvSpPr/>
          <p:nvPr/>
        </p:nvSpPr>
        <p:spPr>
          <a:xfrm>
            <a:off x="1097280" y="6583680"/>
            <a:ext cx="11094415" cy="64008"/>
          </a:xfrm>
          <a:prstGeom prst="rect">
            <a:avLst/>
          </a:prstGeom>
          <a:solidFill>
            <a:srgbClr val="F7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344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7B5D4B"/>
                </a:solidFill>
                <a:latin typeface="Aptos"/>
              </a:defRPr>
            </a:pPr>
            <a:r>
              <a:t>SAMPLE ONLY • NOT SOURCE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828800"/>
            <a:ext cx="363717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7B5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63A4C"/>
                </a:solidFill>
                <a:latin typeface="Aptos"/>
              </a:defRPr>
            </a:pPr>
            <a:r>
              <a:t>SAMPLE RECEIPT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77258" y="1828800"/>
            <a:ext cx="363717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7B5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63A4C"/>
                </a:solidFill>
                <a:latin typeface="Aptos"/>
              </a:defRPr>
            </a:pPr>
            <a:r>
              <a:t>SAMPLE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43036" y="1828800"/>
            <a:ext cx="363717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7B5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63A4C"/>
                </a:solidFill>
                <a:latin typeface="Aptos"/>
              </a:defRPr>
            </a:pPr>
            <a:r>
              <a:t>SAMPLE LOCATION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213247"/>
                </a:solidFill>
                <a:latin typeface="Aptos"/>
              </a:defRPr>
            </a:pPr>
            <a:r>
              <a:t>SAMPLE TEMPLATE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700" b="0">
                <a:solidFill>
                  <a:srgbClr val="213247"/>
                </a:solidFill>
                <a:latin typeface="Aptos"/>
              </a:defRPr>
            </a:pPr>
            <a:r>
              <a:t>SAMPLE ONLY • DO NOT USE AS SOURCE FACTS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Owned synthetic fixture: dev-narrow-region</dc:title>
  <dc:subject>Sample-only presentation layout; no external source material</dc:subject>
  <dc:creator/>
  <cp:keywords/>
  <dc:description>generated using python-pptx</dc:description>
  <cp:lastModifiedBy>Steve Canny</cp:lastModifiedBy>
  <cp:revision>1</cp:revision>
  <dcterms:created xsi:type="dcterms:W3CDTF">2020-01-01T00:00:00Z</dcterms:created>
  <dcterms:modified xsi:type="dcterms:W3CDTF">2020-01-01T00:00:00Z</dcterms:modified>
  <cp:category/>
</cp:coreProperties>
</file>